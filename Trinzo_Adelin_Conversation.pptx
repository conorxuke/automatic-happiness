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Trinzo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with Adelin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Conor Flynn  ·  Head of Innovation  ·  May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BB"/>
                </a:solidFill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Conversation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35024"/>
            <a:ext cx="841248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081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CallCrew parallel — same problem, different sector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653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80/10/10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where AI actually adds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841248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225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agents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2860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build and in what order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0662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7797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27432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he build it on — and how?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63824"/>
            <a:ext cx="841248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369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and time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32004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estimates: how long, what's hard?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62102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6941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3657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 after build — and how?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078224"/>
            <a:ext cx="841248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1513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37560" y="41148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 interested in taking this on?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8AA"/>
                </a:solidFill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Problem. Different Sector.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CallCrew — Tradespeople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Trinzo — Consultancy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023360" cy="429768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737360"/>
            <a:ext cx="4023360" cy="42976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373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 → lost jobs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7373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leads → lost clients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194560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945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chasing falls through the cracks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21945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follow-up done manually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4023360" cy="429768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651760"/>
            <a:ext cx="4023360" cy="42976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6517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No-one to follow up on quotes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6517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No-one following up on webinar leads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108960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1089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buried in admin, not revenue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31089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Conor buried in ops, not strategy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023360" cy="429768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566160"/>
            <a:ext cx="4023360" cy="429768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5661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team, big workload, no leverage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56616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consultancy, growing complexity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07408" y="1920240"/>
            <a:ext cx="329184" cy="32918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8AA"/>
                </a:solidFill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80/10/10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AI actually add value?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713232" cy="10515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71323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812798"/>
            <a:ext cx="71323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52144" y="1234440"/>
            <a:ext cx="5705856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144" y="1234440"/>
            <a:ext cx="570585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52144" y="1760220"/>
            <a:ext cx="570585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+ 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" y="2033626"/>
            <a:ext cx="5705856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 ·  Human reviews  ·  Human approves  ·  Agent executes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31152" y="1234440"/>
            <a:ext cx="713232" cy="10515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1234440"/>
            <a:ext cx="71323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31152" y="1812798"/>
            <a:ext cx="71323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2834640" cy="457200"/>
          </a:xfrm>
          <a:prstGeom prst="rect">
            <a:avLst/>
          </a:prstGeom>
          <a:solidFill>
            <a:srgbClr val="065F46">
              <a:alpha val="25000"/>
            </a:srgbClr>
          </a:solidFill>
          <a:ln w="12700">
            <a:solidFill>
              <a:srgbClr val="065F4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fully automated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overestimate this zone.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55848" y="2514600"/>
            <a:ext cx="2834640" cy="4572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human + AI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real value is — and where most implementations fail.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45936" y="2514600"/>
            <a:ext cx="2834640" cy="457200"/>
          </a:xfrm>
          <a:prstGeom prst="rect">
            <a:avLst/>
          </a:prstGeom>
          <a:solidFill>
            <a:srgbClr val="991B1B">
              <a:alpha val="25000"/>
            </a:srgbClr>
          </a:solidFill>
          <a:ln w="12700">
            <a:solidFill>
              <a:srgbClr val="991B1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human only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Judgment, relationships, compliance sign-offs. Cannot be automated.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Does this match what he found building CallCrew?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BB"/>
                </a:solidFill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80 / 10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Trinzo's AI Department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69748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—  Full Auto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697480" cy="32004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2514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Calendar confirmations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Webinar registration emails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File naming in SharePoint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Invoice reminder templates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Meeting recordings filed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4116" y="1298448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4116" y="12984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—  Human +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4116" y="1664208"/>
            <a:ext cx="2697480" cy="3200400"/>
          </a:xfrm>
          <a:prstGeom prst="rect">
            <a:avLst/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5556" y="1737360"/>
            <a:ext cx="2514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RAG status reports (agent drafts, coordinator approves)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EI grant activity log (agent captures, coordinator verifies)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Meeting minutes + action items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Content distribution flywheel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Contractor briefings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1298448"/>
            <a:ext cx="269748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2984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—  Human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2472" y="1664208"/>
            <a:ext cx="2697480" cy="3200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737360"/>
            <a:ext cx="2514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 relationship decisions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Strategic go/no-go calls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EI grant sign-offs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Contractor hiring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Pricing &amp; scope decisions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8AA"/>
                </a:solidFill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 — In Priority Order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640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81328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3807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→ Action Tracker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6550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everything else reads from this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72184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FEF3E2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72184"/>
            <a:ext cx="27432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reviews minutes before they post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20824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20824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762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0756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 Report Generator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500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per project — highest time sink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167128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FEF3E2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167128"/>
            <a:ext cx="27432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approves report before it sends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715768"/>
            <a:ext cx="8412480" cy="640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715768"/>
            <a:ext cx="73152" cy="6400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871216"/>
            <a:ext cx="329184" cy="329184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2770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Grant Activity Log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0449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critical for compliance risk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862072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FEF3E2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862072"/>
            <a:ext cx="27432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verifies every entry — non-negotiable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10712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410712"/>
            <a:ext cx="73152" cy="64008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3566160"/>
            <a:ext cx="329184" cy="329184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346557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Distribution Flywheel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373989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webinar — high volume manual work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3557016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FEF3E2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557016"/>
            <a:ext cx="27432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approves each format individually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105656"/>
            <a:ext cx="8412480" cy="640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105656"/>
            <a:ext cx="73152" cy="6400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4261104"/>
            <a:ext cx="329184" cy="329184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0584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Brief + SLA Tracker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44348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sprint — medium complexity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4251960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FEF3E2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4251960"/>
            <a:ext cx="27432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adds context + decides on escalation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8AA"/>
                </a:solidFill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he build it 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38404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2070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Airia.ai — is it the right platform?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7218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model switching, cost controls, Microsoft &amp; Salesforce connectors, audit trail. But is the orchestration layer robust enough for connected chains — or do we need n8n above it?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84048" cy="621792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data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1305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instinct: SharePoint Lists as the common memory all agents read/write. We already pay for it. Does he agree, or would he use something else?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38404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8716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5237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agents talk to each other?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problem: point agents with no shared context. How did he design agent-to-agent handoffs in CallCrew?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384048" cy="621792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4553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integration?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4472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(main tech suite) + Salesforce (sales). Which is the trickiest — and does it affect build sequence?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38404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0390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840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coordinator owns 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1056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 is not a developer. What needs to be true about the architecture so she can run, tune and troubleshoot without calling Adelin?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BB"/>
                </a:solidFill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EFFORT + TIME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— Honest Numbers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01168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95728" y="1298448"/>
            <a:ext cx="100584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1298448"/>
            <a:ext cx="100584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43984" y="1298448"/>
            <a:ext cx="228600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effort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48272" y="1298448"/>
            <a:ext cx="210312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298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Adelin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664208"/>
            <a:ext cx="201168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1664208"/>
            <a:ext cx="100584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9856" y="1664208"/>
            <a:ext cx="10058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43984" y="1664208"/>
            <a:ext cx="228600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48272" y="1664208"/>
            <a:ext cx="210312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664208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 Notes → Tracker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95728" y="1664208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days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93008" y="1755648"/>
            <a:ext cx="859536" cy="301752"/>
          </a:xfrm>
          <a:prstGeom prst="rect">
            <a:avLst/>
          </a:prstGeom>
          <a:solidFill>
            <a:srgbClr val="065F46">
              <a:alpha val="80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1755648"/>
            <a:ext cx="859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17136" y="1664208"/>
            <a:ext cx="2194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schema + SharePoint write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21424" y="1664208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he design the output schema to be reliable?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176272"/>
            <a:ext cx="2011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95728" y="2176272"/>
            <a:ext cx="10058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9856" y="2176272"/>
            <a:ext cx="10058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2176272"/>
            <a:ext cx="2286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48272" y="2176272"/>
            <a:ext cx="21031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2176272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Report Generator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395728" y="2176272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93008" y="2267712"/>
            <a:ext cx="859536" cy="301752"/>
          </a:xfrm>
          <a:prstGeom prst="rect">
            <a:avLst/>
          </a:prstGeom>
          <a:solidFill>
            <a:srgbClr val="92400E">
              <a:alpha val="80000"/>
            </a:srgbClr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2267712"/>
            <a:ext cx="859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17136" y="2176272"/>
            <a:ext cx="2194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approval card + trigger logic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21424" y="2176272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the Teams approval integration take?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2688336"/>
            <a:ext cx="201168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95728" y="2688336"/>
            <a:ext cx="100584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19856" y="2688336"/>
            <a:ext cx="10058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43984" y="2688336"/>
            <a:ext cx="228600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48272" y="2688336"/>
            <a:ext cx="210312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2688336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Grant Activity Log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395728" y="2688336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93008" y="2779776"/>
            <a:ext cx="859536" cy="301752"/>
          </a:xfrm>
          <a:prstGeom prst="rect">
            <a:avLst/>
          </a:prstGeom>
          <a:solidFill>
            <a:srgbClr val="991B1B">
              <a:alpha val="80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008" y="2779776"/>
            <a:ext cx="859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17136" y="2688336"/>
            <a:ext cx="2194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format + multi-source capture + audit trail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821424" y="2688336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Airia's audit trail satisfy GxP standard out of the box?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200400"/>
            <a:ext cx="2011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95728" y="3200400"/>
            <a:ext cx="10058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9856" y="3200400"/>
            <a:ext cx="10058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43984" y="3200400"/>
            <a:ext cx="2286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48272" y="3200400"/>
            <a:ext cx="21031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3200400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Flywheel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395728" y="3200400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days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493008" y="3291840"/>
            <a:ext cx="859536" cy="301752"/>
          </a:xfrm>
          <a:prstGeom prst="rect">
            <a:avLst/>
          </a:prstGeom>
          <a:solidFill>
            <a:srgbClr val="991B1B">
              <a:alpha val="80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93008" y="3291840"/>
            <a:ext cx="859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17136" y="3200400"/>
            <a:ext cx="2194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parallel outputs with separate review steps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21424" y="3200400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pattern for multiple parallel approvals?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712464"/>
            <a:ext cx="201168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95728" y="3712464"/>
            <a:ext cx="100584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19856" y="3712464"/>
            <a:ext cx="10058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43984" y="3712464"/>
            <a:ext cx="228600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48272" y="3712464"/>
            <a:ext cx="2103120" cy="4846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3712464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SLA Tracker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2395728" y="371246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493008" y="3803904"/>
            <a:ext cx="859536" cy="301752"/>
          </a:xfrm>
          <a:prstGeom prst="rect">
            <a:avLst/>
          </a:prstGeom>
          <a:solidFill>
            <a:srgbClr val="92400E">
              <a:alpha val="80000"/>
            </a:srgbClr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93008" y="3803904"/>
            <a:ext cx="859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517136" y="3712464"/>
            <a:ext cx="2194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check logic + template generation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821424" y="3712464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SLA tracking or a different approach?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" y="457200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estimate: ~10–15 working days across all five agents · At 2–3 days/week = 5–8 week build programme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8AA"/>
                </a:solidFill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MAINTENANCE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 After Build?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35024"/>
            <a:ext cx="841248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tuning (improving agent outputs)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4630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33502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77840" y="133502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she be able to edit prompts in Airia without calling Adelin?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0195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trigger or data source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202996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029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Adelin → Coord.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90195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190195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handover happen — and what does training look like?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841248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688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break (API change)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2596896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5968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77840" y="24688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retainer model — available for technical fixes?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03580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358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added to the stack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0" y="3163824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31638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03580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30358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2–3 days/week beats 10 hours — new agents need sprint 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602736"/>
            <a:ext cx="841248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027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model (e.g. cheaper LLM)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08960" y="373075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730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Conor / Coord.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602736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needed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77840" y="360273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 — just a routing rule in Airia. Does he agree?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8AA"/>
                </a:solidFill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4023360" cy="2286000"/>
          </a:xfrm>
          <a:prstGeom prst="rect">
            <a:avLst/>
          </a:prstGeom>
          <a:solidFill>
            <a:srgbClr val="2A1A0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hours / week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52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0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advise.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0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to build.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hours spread across a week is interrupted, context-switching work. Each session starts cold. The agent stack will not get built at this pace.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658368"/>
            <a:ext cx="4023360" cy="2286000"/>
          </a:xfrm>
          <a:prstGeom prst="rect">
            <a:avLst/>
          </a:prstGeom>
          <a:solidFill>
            <a:srgbClr val="0A1F1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days / week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252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build properly.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finish.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0136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0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 give us sprint cadence. Design on day one, build on day two, test on day three. Each sprint ends with a working, tested agent.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90672"/>
            <a:ext cx="8412480" cy="914400"/>
          </a:xfrm>
          <a:prstGeom prst="rect">
            <a:avLst/>
          </a:prstGeom>
          <a:solidFill>
            <a:srgbClr val="0E20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906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looking for ten hours of advice. I'm looking for a focused build partner — 2 to 3 days a week for two months to get this stack built, tested, and handed to the coordinator. Is he in?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0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for: genuine interest in the problem · feasible time commitment · curiosity about the bigger picture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BB"/>
                </a:solidFill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THE CONVERSATION IS GOING WELL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Trinzo is the first client of its own product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we build is a case study. Every case study is a sales asset. The most replicable tools become a product sold to other Life Science consultancies.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414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CallCrew proved the model in trades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reason it cannot work in professional services. The sector is defined. The pain points are the same. The opportunity is real.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844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Adelin is not just a contractor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would be the person who built the engine — for a company that is building an AI adoption practice in one of the most regulated sectors in the world.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805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outcome: Adelin says 'here's exactly how I'd build it — and yes, I'm in.'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4773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BB"/>
                </a:solidFill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Trinzo Back Office — Conversation with Adelin</dc:title>
  <dc:subject>PptxGenJS Presentation</dc:subject>
  <dc:creator>Conor Flynn</dc:creator>
  <cp:lastModifiedBy>Conor Flynn</cp:lastModifiedBy>
  <cp:revision>1</cp:revision>
  <dcterms:created xsi:type="dcterms:W3CDTF">2026-05-29T07:05:30Z</dcterms:created>
  <dcterms:modified xsi:type="dcterms:W3CDTF">2026-05-29T07:05:30Z</dcterms:modified>
</cp:coreProperties>
</file>